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72" r:id="rId5"/>
    <p:sldId id="2640" r:id="rId6"/>
    <p:sldId id="2683" r:id="rId7"/>
    <p:sldId id="73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66" d="100"/>
          <a:sy n="66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B48FD0-5D93-EB41-A9B4-C47A971CEF84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8E962DE1-4738-4A49-81C3-B326D40A0EAC}">
      <dgm:prSet phldrT="[Text]"/>
      <dgm:spPr/>
      <dgm:t>
        <a:bodyPr/>
        <a:lstStyle/>
        <a:p>
          <a:r>
            <a:rPr lang="en-GB" dirty="0"/>
            <a:t>Project Goal</a:t>
          </a:r>
        </a:p>
      </dgm:t>
    </dgm:pt>
    <dgm:pt modelId="{30A119DB-B191-C544-A9D2-EFEA586523E2}" type="parTrans" cxnId="{7540210B-C96A-904E-B82B-B82F7D71B2E1}">
      <dgm:prSet/>
      <dgm:spPr/>
      <dgm:t>
        <a:bodyPr/>
        <a:lstStyle/>
        <a:p>
          <a:endParaRPr lang="en-GB"/>
        </a:p>
      </dgm:t>
    </dgm:pt>
    <dgm:pt modelId="{46F9F415-C78E-8A4D-B65A-EED8FEF84375}" type="sibTrans" cxnId="{7540210B-C96A-904E-B82B-B82F7D71B2E1}">
      <dgm:prSet/>
      <dgm:spPr/>
      <dgm:t>
        <a:bodyPr/>
        <a:lstStyle/>
        <a:p>
          <a:endParaRPr lang="en-GB"/>
        </a:p>
      </dgm:t>
    </dgm:pt>
    <dgm:pt modelId="{95541517-5C40-324C-8D08-90B74FE9D22F}">
      <dgm:prSet phldrT="[Text]"/>
      <dgm:spPr>
        <a:ln>
          <a:solidFill>
            <a:schemeClr val="accent3"/>
          </a:solidFill>
        </a:ln>
      </dgm:spPr>
      <dgm:t>
        <a:bodyPr/>
        <a:lstStyle/>
        <a:p>
          <a:r>
            <a:rPr lang="en-GB" dirty="0"/>
            <a:t>Phases</a:t>
          </a:r>
        </a:p>
      </dgm:t>
    </dgm:pt>
    <dgm:pt modelId="{50501FE9-D07E-9342-8796-963E6B6BD7FB}" type="parTrans" cxnId="{0DEA3BF2-D51B-5F45-92C0-48272BA1CC37}">
      <dgm:prSet/>
      <dgm:spPr/>
      <dgm:t>
        <a:bodyPr/>
        <a:lstStyle/>
        <a:p>
          <a:endParaRPr lang="en-GB"/>
        </a:p>
      </dgm:t>
    </dgm:pt>
    <dgm:pt modelId="{7465AB8D-3C6D-3B43-9734-861A6EE390F5}" type="sibTrans" cxnId="{0DEA3BF2-D51B-5F45-92C0-48272BA1CC37}">
      <dgm:prSet/>
      <dgm:spPr/>
      <dgm:t>
        <a:bodyPr/>
        <a:lstStyle/>
        <a:p>
          <a:endParaRPr lang="en-GB"/>
        </a:p>
      </dgm:t>
    </dgm:pt>
    <dgm:pt modelId="{97210269-E852-B34F-9860-4CE69E266C74}">
      <dgm:prSet phldrT="[Text]"/>
      <dgm:spPr>
        <a:ln>
          <a:solidFill>
            <a:schemeClr val="accent6"/>
          </a:solidFill>
        </a:ln>
      </dgm:spPr>
      <dgm:t>
        <a:bodyPr/>
        <a:lstStyle/>
        <a:p>
          <a:r>
            <a:rPr lang="en-GB" dirty="0"/>
            <a:t>Stages</a:t>
          </a:r>
        </a:p>
      </dgm:t>
    </dgm:pt>
    <dgm:pt modelId="{A12EFB3F-4A50-AA44-8DDA-95D7F3AFB624}" type="parTrans" cxnId="{4B3E1CDF-E4EC-7541-B2C2-235BB31EF03E}">
      <dgm:prSet/>
      <dgm:spPr/>
      <dgm:t>
        <a:bodyPr/>
        <a:lstStyle/>
        <a:p>
          <a:endParaRPr lang="en-GB"/>
        </a:p>
      </dgm:t>
    </dgm:pt>
    <dgm:pt modelId="{763BEA95-8F63-0346-9E39-860738CBF495}" type="sibTrans" cxnId="{4B3E1CDF-E4EC-7541-B2C2-235BB31EF03E}">
      <dgm:prSet/>
      <dgm:spPr/>
      <dgm:t>
        <a:bodyPr/>
        <a:lstStyle/>
        <a:p>
          <a:endParaRPr lang="en-GB"/>
        </a:p>
      </dgm:t>
    </dgm:pt>
    <dgm:pt modelId="{9790A982-267D-DA46-B10A-993A7C6C84C3}">
      <dgm:prSet phldrT="[Text]"/>
      <dgm:spPr>
        <a:ln>
          <a:solidFill>
            <a:schemeClr val="accent5"/>
          </a:solidFill>
        </a:ln>
      </dgm:spPr>
      <dgm:t>
        <a:bodyPr/>
        <a:lstStyle/>
        <a:p>
          <a:r>
            <a:rPr lang="en-GB" dirty="0"/>
            <a:t>Activities/</a:t>
          </a:r>
        </a:p>
        <a:p>
          <a:r>
            <a:rPr lang="en-GB" dirty="0"/>
            <a:t>Deliverables</a:t>
          </a:r>
        </a:p>
      </dgm:t>
    </dgm:pt>
    <dgm:pt modelId="{A9F8A691-DCD9-A241-8A4D-C3B818A66177}" type="parTrans" cxnId="{6EEDF943-7FDC-DB46-97A7-F7D978F43E1C}">
      <dgm:prSet/>
      <dgm:spPr/>
      <dgm:t>
        <a:bodyPr/>
        <a:lstStyle/>
        <a:p>
          <a:endParaRPr lang="en-GB"/>
        </a:p>
      </dgm:t>
    </dgm:pt>
    <dgm:pt modelId="{AA09F7D0-411F-024F-BC2F-1C12A5FCE5E3}" type="sibTrans" cxnId="{6EEDF943-7FDC-DB46-97A7-F7D978F43E1C}">
      <dgm:prSet/>
      <dgm:spPr/>
      <dgm:t>
        <a:bodyPr/>
        <a:lstStyle/>
        <a:p>
          <a:endParaRPr lang="en-GB"/>
        </a:p>
      </dgm:t>
    </dgm:pt>
    <dgm:pt modelId="{D1720AF2-6559-564D-AD6D-99842F359517}">
      <dgm:prSet phldrT="[Text]"/>
      <dgm:spPr>
        <a:ln>
          <a:solidFill>
            <a:schemeClr val="accent1"/>
          </a:solidFill>
        </a:ln>
      </dgm:spPr>
      <dgm:t>
        <a:bodyPr/>
        <a:lstStyle/>
        <a:p>
          <a:r>
            <a:rPr lang="en-GB" dirty="0"/>
            <a:t>Tasks</a:t>
          </a:r>
        </a:p>
      </dgm:t>
    </dgm:pt>
    <dgm:pt modelId="{057EEC92-BEBA-6C40-9610-C0660AF939B6}" type="parTrans" cxnId="{B4E13BCF-2F7F-694E-832D-6D9A27203BB5}">
      <dgm:prSet/>
      <dgm:spPr/>
      <dgm:t>
        <a:bodyPr/>
        <a:lstStyle/>
        <a:p>
          <a:endParaRPr lang="en-GB"/>
        </a:p>
      </dgm:t>
    </dgm:pt>
    <dgm:pt modelId="{B747BD9C-114F-CF4E-B97E-BDF56DFEA73A}" type="sibTrans" cxnId="{B4E13BCF-2F7F-694E-832D-6D9A27203BB5}">
      <dgm:prSet/>
      <dgm:spPr/>
      <dgm:t>
        <a:bodyPr/>
        <a:lstStyle/>
        <a:p>
          <a:endParaRPr lang="en-GB"/>
        </a:p>
      </dgm:t>
    </dgm:pt>
    <dgm:pt modelId="{E048E48C-C709-114C-9319-08A894F83B04}" type="pres">
      <dgm:prSet presAssocID="{71B48FD0-5D93-EB41-A9B4-C47A971CEF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044A43-2F1D-0246-825F-8E451A385597}" type="pres">
      <dgm:prSet presAssocID="{8E962DE1-4738-4A49-81C3-B326D40A0EAC}" presName="hierRoot1" presStyleCnt="0"/>
      <dgm:spPr/>
    </dgm:pt>
    <dgm:pt modelId="{1E6F5C57-D125-E44C-84C4-A45F1E7A1CE7}" type="pres">
      <dgm:prSet presAssocID="{8E962DE1-4738-4A49-81C3-B326D40A0EAC}" presName="composite" presStyleCnt="0"/>
      <dgm:spPr/>
    </dgm:pt>
    <dgm:pt modelId="{9EDD8629-848B-4944-9471-C18C04288B4E}" type="pres">
      <dgm:prSet presAssocID="{8E962DE1-4738-4A49-81C3-B326D40A0EAC}" presName="background" presStyleLbl="node0" presStyleIdx="0" presStyleCnt="5"/>
      <dgm:spPr/>
    </dgm:pt>
    <dgm:pt modelId="{8DF37A63-B7FC-564F-BE04-1E9B0C28B429}" type="pres">
      <dgm:prSet presAssocID="{8E962DE1-4738-4A49-81C3-B326D40A0EAC}" presName="text" presStyleLbl="fgAcc0" presStyleIdx="0" presStyleCnt="5">
        <dgm:presLayoutVars>
          <dgm:chPref val="3"/>
        </dgm:presLayoutVars>
      </dgm:prSet>
      <dgm:spPr/>
    </dgm:pt>
    <dgm:pt modelId="{32F60EBB-771E-EB4B-A42C-B3E797B2FC3E}" type="pres">
      <dgm:prSet presAssocID="{8E962DE1-4738-4A49-81C3-B326D40A0EAC}" presName="hierChild2" presStyleCnt="0"/>
      <dgm:spPr/>
    </dgm:pt>
    <dgm:pt modelId="{2964EF16-69F1-AC45-84CD-A41518CB60B5}" type="pres">
      <dgm:prSet presAssocID="{95541517-5C40-324C-8D08-90B74FE9D22F}" presName="hierRoot1" presStyleCnt="0"/>
      <dgm:spPr/>
    </dgm:pt>
    <dgm:pt modelId="{424FE324-2E0F-FE45-A6BE-9224620799B6}" type="pres">
      <dgm:prSet presAssocID="{95541517-5C40-324C-8D08-90B74FE9D22F}" presName="composite" presStyleCnt="0"/>
      <dgm:spPr/>
    </dgm:pt>
    <dgm:pt modelId="{31A1B010-BC44-A542-B40A-845955C0FA85}" type="pres">
      <dgm:prSet presAssocID="{95541517-5C40-324C-8D08-90B74FE9D22F}" presName="background" presStyleLbl="node0" presStyleIdx="1" presStyleCnt="5"/>
      <dgm:spPr>
        <a:solidFill>
          <a:schemeClr val="accent3"/>
        </a:solidFill>
      </dgm:spPr>
    </dgm:pt>
    <dgm:pt modelId="{33300F94-8E67-C949-AF70-3D75417A189C}" type="pres">
      <dgm:prSet presAssocID="{95541517-5C40-324C-8D08-90B74FE9D22F}" presName="text" presStyleLbl="fgAcc0" presStyleIdx="1" presStyleCnt="5">
        <dgm:presLayoutVars>
          <dgm:chPref val="3"/>
        </dgm:presLayoutVars>
      </dgm:prSet>
      <dgm:spPr/>
    </dgm:pt>
    <dgm:pt modelId="{82995BAA-4EF6-C447-8CC3-8333E7616906}" type="pres">
      <dgm:prSet presAssocID="{95541517-5C40-324C-8D08-90B74FE9D22F}" presName="hierChild2" presStyleCnt="0"/>
      <dgm:spPr/>
    </dgm:pt>
    <dgm:pt modelId="{FFFA3648-299B-3A4C-B183-2DBDC94AB296}" type="pres">
      <dgm:prSet presAssocID="{97210269-E852-B34F-9860-4CE69E266C74}" presName="hierRoot1" presStyleCnt="0"/>
      <dgm:spPr/>
    </dgm:pt>
    <dgm:pt modelId="{E6ECE1EB-336B-6E47-B8F9-D2C759C8C056}" type="pres">
      <dgm:prSet presAssocID="{97210269-E852-B34F-9860-4CE69E266C74}" presName="composite" presStyleCnt="0"/>
      <dgm:spPr/>
    </dgm:pt>
    <dgm:pt modelId="{45C8B40E-7096-4046-AA1B-D9B0F99315CF}" type="pres">
      <dgm:prSet presAssocID="{97210269-E852-B34F-9860-4CE69E266C74}" presName="background" presStyleLbl="node0" presStyleIdx="2" presStyleCnt="5"/>
      <dgm:spPr>
        <a:solidFill>
          <a:schemeClr val="accent6"/>
        </a:solidFill>
      </dgm:spPr>
    </dgm:pt>
    <dgm:pt modelId="{F582A21B-5768-2245-AE92-89794AEE8916}" type="pres">
      <dgm:prSet presAssocID="{97210269-E852-B34F-9860-4CE69E266C74}" presName="text" presStyleLbl="fgAcc0" presStyleIdx="2" presStyleCnt="5">
        <dgm:presLayoutVars>
          <dgm:chPref val="3"/>
        </dgm:presLayoutVars>
      </dgm:prSet>
      <dgm:spPr/>
    </dgm:pt>
    <dgm:pt modelId="{4FE3FCCF-06F7-BF45-AC1D-2E6A9DF1561B}" type="pres">
      <dgm:prSet presAssocID="{97210269-E852-B34F-9860-4CE69E266C74}" presName="hierChild2" presStyleCnt="0"/>
      <dgm:spPr/>
    </dgm:pt>
    <dgm:pt modelId="{4402F540-82F9-2549-A695-CAD075D669FE}" type="pres">
      <dgm:prSet presAssocID="{9790A982-267D-DA46-B10A-993A7C6C84C3}" presName="hierRoot1" presStyleCnt="0"/>
      <dgm:spPr/>
    </dgm:pt>
    <dgm:pt modelId="{6B491A6A-3DE2-6640-A89D-AC6610941DC9}" type="pres">
      <dgm:prSet presAssocID="{9790A982-267D-DA46-B10A-993A7C6C84C3}" presName="composite" presStyleCnt="0"/>
      <dgm:spPr/>
    </dgm:pt>
    <dgm:pt modelId="{B36D39D6-D6C4-4840-9C14-711CFCB9FB46}" type="pres">
      <dgm:prSet presAssocID="{9790A982-267D-DA46-B10A-993A7C6C84C3}" presName="background" presStyleLbl="node0" presStyleIdx="3" presStyleCnt="5"/>
      <dgm:spPr>
        <a:solidFill>
          <a:schemeClr val="accent5"/>
        </a:solidFill>
      </dgm:spPr>
    </dgm:pt>
    <dgm:pt modelId="{391427C1-C1EC-DB4A-9FE1-BA245B41E175}" type="pres">
      <dgm:prSet presAssocID="{9790A982-267D-DA46-B10A-993A7C6C84C3}" presName="text" presStyleLbl="fgAcc0" presStyleIdx="3" presStyleCnt="5">
        <dgm:presLayoutVars>
          <dgm:chPref val="3"/>
        </dgm:presLayoutVars>
      </dgm:prSet>
      <dgm:spPr/>
    </dgm:pt>
    <dgm:pt modelId="{01DFA3EA-1D18-6D4C-AB4A-FC0490B7A65B}" type="pres">
      <dgm:prSet presAssocID="{9790A982-267D-DA46-B10A-993A7C6C84C3}" presName="hierChild2" presStyleCnt="0"/>
      <dgm:spPr/>
    </dgm:pt>
    <dgm:pt modelId="{F592CD45-9DEC-734E-8802-B32ABA6F0FB3}" type="pres">
      <dgm:prSet presAssocID="{D1720AF2-6559-564D-AD6D-99842F359517}" presName="hierRoot1" presStyleCnt="0"/>
      <dgm:spPr/>
    </dgm:pt>
    <dgm:pt modelId="{A317E6E0-7828-8E4F-AFD2-1E8D390A015B}" type="pres">
      <dgm:prSet presAssocID="{D1720AF2-6559-564D-AD6D-99842F359517}" presName="composite" presStyleCnt="0"/>
      <dgm:spPr/>
    </dgm:pt>
    <dgm:pt modelId="{EEB7F8B6-B314-2044-A89E-7BD7C1199DDD}" type="pres">
      <dgm:prSet presAssocID="{D1720AF2-6559-564D-AD6D-99842F359517}" presName="background" presStyleLbl="node0" presStyleIdx="4" presStyleCnt="5"/>
      <dgm:spPr>
        <a:solidFill>
          <a:schemeClr val="accent1"/>
        </a:solidFill>
      </dgm:spPr>
    </dgm:pt>
    <dgm:pt modelId="{B58C05BA-02E1-0C42-BA91-C55DF820E0AF}" type="pres">
      <dgm:prSet presAssocID="{D1720AF2-6559-564D-AD6D-99842F359517}" presName="text" presStyleLbl="fgAcc0" presStyleIdx="4" presStyleCnt="5">
        <dgm:presLayoutVars>
          <dgm:chPref val="3"/>
        </dgm:presLayoutVars>
      </dgm:prSet>
      <dgm:spPr/>
    </dgm:pt>
    <dgm:pt modelId="{5657B57B-6C25-8249-80D9-35B496A84F26}" type="pres">
      <dgm:prSet presAssocID="{D1720AF2-6559-564D-AD6D-99842F359517}" presName="hierChild2" presStyleCnt="0"/>
      <dgm:spPr/>
    </dgm:pt>
  </dgm:ptLst>
  <dgm:cxnLst>
    <dgm:cxn modelId="{7540210B-C96A-904E-B82B-B82F7D71B2E1}" srcId="{71B48FD0-5D93-EB41-A9B4-C47A971CEF84}" destId="{8E962DE1-4738-4A49-81C3-B326D40A0EAC}" srcOrd="0" destOrd="0" parTransId="{30A119DB-B191-C544-A9D2-EFEA586523E2}" sibTransId="{46F9F415-C78E-8A4D-B65A-EED8FEF84375}"/>
    <dgm:cxn modelId="{40B15110-AB54-B244-A5F5-C109ACF05D40}" type="presOf" srcId="{8E962DE1-4738-4A49-81C3-B326D40A0EAC}" destId="{8DF37A63-B7FC-564F-BE04-1E9B0C28B429}" srcOrd="0" destOrd="0" presId="urn:microsoft.com/office/officeart/2005/8/layout/hierarchy1"/>
    <dgm:cxn modelId="{AB271C34-7EB6-9F49-A5DE-E69804246211}" type="presOf" srcId="{71B48FD0-5D93-EB41-A9B4-C47A971CEF84}" destId="{E048E48C-C709-114C-9319-08A894F83B04}" srcOrd="0" destOrd="0" presId="urn:microsoft.com/office/officeart/2005/8/layout/hierarchy1"/>
    <dgm:cxn modelId="{664AA93E-8D2B-DB4F-9244-5FE8683B48D3}" type="presOf" srcId="{D1720AF2-6559-564D-AD6D-99842F359517}" destId="{B58C05BA-02E1-0C42-BA91-C55DF820E0AF}" srcOrd="0" destOrd="0" presId="urn:microsoft.com/office/officeart/2005/8/layout/hierarchy1"/>
    <dgm:cxn modelId="{6EEDF943-7FDC-DB46-97A7-F7D978F43E1C}" srcId="{71B48FD0-5D93-EB41-A9B4-C47A971CEF84}" destId="{9790A982-267D-DA46-B10A-993A7C6C84C3}" srcOrd="3" destOrd="0" parTransId="{A9F8A691-DCD9-A241-8A4D-C3B818A66177}" sibTransId="{AA09F7D0-411F-024F-BC2F-1C12A5FCE5E3}"/>
    <dgm:cxn modelId="{B1D8D750-611E-D340-9BE7-91B4544DE41E}" type="presOf" srcId="{95541517-5C40-324C-8D08-90B74FE9D22F}" destId="{33300F94-8E67-C949-AF70-3D75417A189C}" srcOrd="0" destOrd="0" presId="urn:microsoft.com/office/officeart/2005/8/layout/hierarchy1"/>
    <dgm:cxn modelId="{F8148477-2935-4A40-8861-2F882A0B5669}" type="presOf" srcId="{9790A982-267D-DA46-B10A-993A7C6C84C3}" destId="{391427C1-C1EC-DB4A-9FE1-BA245B41E175}" srcOrd="0" destOrd="0" presId="urn:microsoft.com/office/officeart/2005/8/layout/hierarchy1"/>
    <dgm:cxn modelId="{CE6FF1C2-330C-1242-8128-3E550240C204}" type="presOf" srcId="{97210269-E852-B34F-9860-4CE69E266C74}" destId="{F582A21B-5768-2245-AE92-89794AEE8916}" srcOrd="0" destOrd="0" presId="urn:microsoft.com/office/officeart/2005/8/layout/hierarchy1"/>
    <dgm:cxn modelId="{B4E13BCF-2F7F-694E-832D-6D9A27203BB5}" srcId="{71B48FD0-5D93-EB41-A9B4-C47A971CEF84}" destId="{D1720AF2-6559-564D-AD6D-99842F359517}" srcOrd="4" destOrd="0" parTransId="{057EEC92-BEBA-6C40-9610-C0660AF939B6}" sibTransId="{B747BD9C-114F-CF4E-B97E-BDF56DFEA73A}"/>
    <dgm:cxn modelId="{4B3E1CDF-E4EC-7541-B2C2-235BB31EF03E}" srcId="{71B48FD0-5D93-EB41-A9B4-C47A971CEF84}" destId="{97210269-E852-B34F-9860-4CE69E266C74}" srcOrd="2" destOrd="0" parTransId="{A12EFB3F-4A50-AA44-8DDA-95D7F3AFB624}" sibTransId="{763BEA95-8F63-0346-9E39-860738CBF495}"/>
    <dgm:cxn modelId="{0DEA3BF2-D51B-5F45-92C0-48272BA1CC37}" srcId="{71B48FD0-5D93-EB41-A9B4-C47A971CEF84}" destId="{95541517-5C40-324C-8D08-90B74FE9D22F}" srcOrd="1" destOrd="0" parTransId="{50501FE9-D07E-9342-8796-963E6B6BD7FB}" sibTransId="{7465AB8D-3C6D-3B43-9734-861A6EE390F5}"/>
    <dgm:cxn modelId="{2D6D8D23-120C-DA43-BABC-B72381F49719}" type="presParOf" srcId="{E048E48C-C709-114C-9319-08A894F83B04}" destId="{91044A43-2F1D-0246-825F-8E451A385597}" srcOrd="0" destOrd="0" presId="urn:microsoft.com/office/officeart/2005/8/layout/hierarchy1"/>
    <dgm:cxn modelId="{F17F5F4C-48F3-4740-BA41-DFA6A5A757E4}" type="presParOf" srcId="{91044A43-2F1D-0246-825F-8E451A385597}" destId="{1E6F5C57-D125-E44C-84C4-A45F1E7A1CE7}" srcOrd="0" destOrd="0" presId="urn:microsoft.com/office/officeart/2005/8/layout/hierarchy1"/>
    <dgm:cxn modelId="{FA992392-BEF6-2040-BDF3-F8C62A90D159}" type="presParOf" srcId="{1E6F5C57-D125-E44C-84C4-A45F1E7A1CE7}" destId="{9EDD8629-848B-4944-9471-C18C04288B4E}" srcOrd="0" destOrd="0" presId="urn:microsoft.com/office/officeart/2005/8/layout/hierarchy1"/>
    <dgm:cxn modelId="{FD9600C4-8BF1-DB4C-AE7E-4F9DDA9AE337}" type="presParOf" srcId="{1E6F5C57-D125-E44C-84C4-A45F1E7A1CE7}" destId="{8DF37A63-B7FC-564F-BE04-1E9B0C28B429}" srcOrd="1" destOrd="0" presId="urn:microsoft.com/office/officeart/2005/8/layout/hierarchy1"/>
    <dgm:cxn modelId="{0CB774F2-183A-084F-BC1C-700AAA85D32E}" type="presParOf" srcId="{91044A43-2F1D-0246-825F-8E451A385597}" destId="{32F60EBB-771E-EB4B-A42C-B3E797B2FC3E}" srcOrd="1" destOrd="0" presId="urn:microsoft.com/office/officeart/2005/8/layout/hierarchy1"/>
    <dgm:cxn modelId="{33FA68F3-EB70-D749-A32B-BB8F1D332519}" type="presParOf" srcId="{E048E48C-C709-114C-9319-08A894F83B04}" destId="{2964EF16-69F1-AC45-84CD-A41518CB60B5}" srcOrd="1" destOrd="0" presId="urn:microsoft.com/office/officeart/2005/8/layout/hierarchy1"/>
    <dgm:cxn modelId="{372C7133-D635-7240-B31C-09B3EBF436F5}" type="presParOf" srcId="{2964EF16-69F1-AC45-84CD-A41518CB60B5}" destId="{424FE324-2E0F-FE45-A6BE-9224620799B6}" srcOrd="0" destOrd="0" presId="urn:microsoft.com/office/officeart/2005/8/layout/hierarchy1"/>
    <dgm:cxn modelId="{9E33B1EF-755D-F04B-B4B2-DF4BC77A170B}" type="presParOf" srcId="{424FE324-2E0F-FE45-A6BE-9224620799B6}" destId="{31A1B010-BC44-A542-B40A-845955C0FA85}" srcOrd="0" destOrd="0" presId="urn:microsoft.com/office/officeart/2005/8/layout/hierarchy1"/>
    <dgm:cxn modelId="{FC566D01-A227-5F4A-83CA-997D6F31FBBF}" type="presParOf" srcId="{424FE324-2E0F-FE45-A6BE-9224620799B6}" destId="{33300F94-8E67-C949-AF70-3D75417A189C}" srcOrd="1" destOrd="0" presId="urn:microsoft.com/office/officeart/2005/8/layout/hierarchy1"/>
    <dgm:cxn modelId="{025B5239-817E-1F49-A2C8-DA32229C2CB2}" type="presParOf" srcId="{2964EF16-69F1-AC45-84CD-A41518CB60B5}" destId="{82995BAA-4EF6-C447-8CC3-8333E7616906}" srcOrd="1" destOrd="0" presId="urn:microsoft.com/office/officeart/2005/8/layout/hierarchy1"/>
    <dgm:cxn modelId="{B7335337-472A-FD47-8E98-7A63E328E261}" type="presParOf" srcId="{E048E48C-C709-114C-9319-08A894F83B04}" destId="{FFFA3648-299B-3A4C-B183-2DBDC94AB296}" srcOrd="2" destOrd="0" presId="urn:microsoft.com/office/officeart/2005/8/layout/hierarchy1"/>
    <dgm:cxn modelId="{B5A6F36B-48F5-EF4D-9E1C-4EB65DAF1303}" type="presParOf" srcId="{FFFA3648-299B-3A4C-B183-2DBDC94AB296}" destId="{E6ECE1EB-336B-6E47-B8F9-D2C759C8C056}" srcOrd="0" destOrd="0" presId="urn:microsoft.com/office/officeart/2005/8/layout/hierarchy1"/>
    <dgm:cxn modelId="{61B03A76-8E67-FB4A-A866-59C3AD58FC6A}" type="presParOf" srcId="{E6ECE1EB-336B-6E47-B8F9-D2C759C8C056}" destId="{45C8B40E-7096-4046-AA1B-D9B0F99315CF}" srcOrd="0" destOrd="0" presId="urn:microsoft.com/office/officeart/2005/8/layout/hierarchy1"/>
    <dgm:cxn modelId="{C2DCD798-BE34-8C4D-AD07-734006DDF9AE}" type="presParOf" srcId="{E6ECE1EB-336B-6E47-B8F9-D2C759C8C056}" destId="{F582A21B-5768-2245-AE92-89794AEE8916}" srcOrd="1" destOrd="0" presId="urn:microsoft.com/office/officeart/2005/8/layout/hierarchy1"/>
    <dgm:cxn modelId="{99084566-8117-FA48-9EA8-0B0B48FA55C6}" type="presParOf" srcId="{FFFA3648-299B-3A4C-B183-2DBDC94AB296}" destId="{4FE3FCCF-06F7-BF45-AC1D-2E6A9DF1561B}" srcOrd="1" destOrd="0" presId="urn:microsoft.com/office/officeart/2005/8/layout/hierarchy1"/>
    <dgm:cxn modelId="{5AE6CE41-13F6-054A-B960-ED4C93B32E4D}" type="presParOf" srcId="{E048E48C-C709-114C-9319-08A894F83B04}" destId="{4402F540-82F9-2549-A695-CAD075D669FE}" srcOrd="3" destOrd="0" presId="urn:microsoft.com/office/officeart/2005/8/layout/hierarchy1"/>
    <dgm:cxn modelId="{5D152BFF-F8C3-B644-A72C-ACA15190BC33}" type="presParOf" srcId="{4402F540-82F9-2549-A695-CAD075D669FE}" destId="{6B491A6A-3DE2-6640-A89D-AC6610941DC9}" srcOrd="0" destOrd="0" presId="urn:microsoft.com/office/officeart/2005/8/layout/hierarchy1"/>
    <dgm:cxn modelId="{9B5F4055-E6DA-264E-8B8C-6447CC48DA4E}" type="presParOf" srcId="{6B491A6A-3DE2-6640-A89D-AC6610941DC9}" destId="{B36D39D6-D6C4-4840-9C14-711CFCB9FB46}" srcOrd="0" destOrd="0" presId="urn:microsoft.com/office/officeart/2005/8/layout/hierarchy1"/>
    <dgm:cxn modelId="{8BC272EB-B45D-C740-827C-38A53B7A2ABB}" type="presParOf" srcId="{6B491A6A-3DE2-6640-A89D-AC6610941DC9}" destId="{391427C1-C1EC-DB4A-9FE1-BA245B41E175}" srcOrd="1" destOrd="0" presId="urn:microsoft.com/office/officeart/2005/8/layout/hierarchy1"/>
    <dgm:cxn modelId="{0D80B115-5742-6C40-9121-2FE093699B2C}" type="presParOf" srcId="{4402F540-82F9-2549-A695-CAD075D669FE}" destId="{01DFA3EA-1D18-6D4C-AB4A-FC0490B7A65B}" srcOrd="1" destOrd="0" presId="urn:microsoft.com/office/officeart/2005/8/layout/hierarchy1"/>
    <dgm:cxn modelId="{C8755CA6-3B1F-B94D-90B9-D85F0AC0FEE9}" type="presParOf" srcId="{E048E48C-C709-114C-9319-08A894F83B04}" destId="{F592CD45-9DEC-734E-8802-B32ABA6F0FB3}" srcOrd="4" destOrd="0" presId="urn:microsoft.com/office/officeart/2005/8/layout/hierarchy1"/>
    <dgm:cxn modelId="{E0ABFCC3-02A9-E043-AF8C-33B26DC78906}" type="presParOf" srcId="{F592CD45-9DEC-734E-8802-B32ABA6F0FB3}" destId="{A317E6E0-7828-8E4F-AFD2-1E8D390A015B}" srcOrd="0" destOrd="0" presId="urn:microsoft.com/office/officeart/2005/8/layout/hierarchy1"/>
    <dgm:cxn modelId="{5721EF68-DE81-DC44-B753-FD223D144AAA}" type="presParOf" srcId="{A317E6E0-7828-8E4F-AFD2-1E8D390A015B}" destId="{EEB7F8B6-B314-2044-A89E-7BD7C1199DDD}" srcOrd="0" destOrd="0" presId="urn:microsoft.com/office/officeart/2005/8/layout/hierarchy1"/>
    <dgm:cxn modelId="{6AB55ACF-4F55-694F-A0C3-60EACC472493}" type="presParOf" srcId="{A317E6E0-7828-8E4F-AFD2-1E8D390A015B}" destId="{B58C05BA-02E1-0C42-BA91-C55DF820E0AF}" srcOrd="1" destOrd="0" presId="urn:microsoft.com/office/officeart/2005/8/layout/hierarchy1"/>
    <dgm:cxn modelId="{4DE8DDC1-69AF-174B-A150-A912B8DF6811}" type="presParOf" srcId="{F592CD45-9DEC-734E-8802-B32ABA6F0FB3}" destId="{5657B57B-6C25-8249-80D9-35B496A84F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Deploy Cal.com</a:t>
          </a:r>
        </a:p>
        <a:p>
          <a:r>
            <a:rPr lang="en-GB" sz="2400" b="1" dirty="0"/>
            <a:t>Cloud Calendar Platform</a:t>
          </a:r>
        </a:p>
        <a:p>
          <a:r>
            <a:rPr lang="en-GB" sz="1800" b="1" dirty="0"/>
            <a:t/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AWS Setup: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Docker Compose: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CI/CD: GitHub Actions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Auto-scaling &amp;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Requirement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Problem &amp; Stakeholder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AWS Architecture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D8629-848B-4944-9471-C18C04288B4E}">
      <dsp:nvSpPr>
        <dsp:cNvPr id="0" name=""/>
        <dsp:cNvSpPr/>
      </dsp:nvSpPr>
      <dsp:spPr>
        <a:xfrm>
          <a:off x="2399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37A63-B7FC-564F-BE04-1E9B0C28B429}">
      <dsp:nvSpPr>
        <dsp:cNvPr id="0" name=""/>
        <dsp:cNvSpPr/>
      </dsp:nvSpPr>
      <dsp:spPr>
        <a:xfrm>
          <a:off x="132324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Project Goal</a:t>
          </a:r>
        </a:p>
      </dsp:txBody>
      <dsp:txXfrm>
        <a:off x="154072" y="906422"/>
        <a:ext cx="1125826" cy="699023"/>
      </dsp:txXfrm>
    </dsp:sp>
    <dsp:sp modelId="{31A1B010-BC44-A542-B40A-845955C0FA85}">
      <dsp:nvSpPr>
        <dsp:cNvPr id="0" name=""/>
        <dsp:cNvSpPr/>
      </dsp:nvSpPr>
      <dsp:spPr>
        <a:xfrm>
          <a:off x="1431571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00F94-8E67-C949-AF70-3D75417A189C}">
      <dsp:nvSpPr>
        <dsp:cNvPr id="0" name=""/>
        <dsp:cNvSpPr/>
      </dsp:nvSpPr>
      <dsp:spPr>
        <a:xfrm>
          <a:off x="1561495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Phases</a:t>
          </a:r>
        </a:p>
      </dsp:txBody>
      <dsp:txXfrm>
        <a:off x="1583243" y="906422"/>
        <a:ext cx="1125826" cy="699023"/>
      </dsp:txXfrm>
    </dsp:sp>
    <dsp:sp modelId="{45C8B40E-7096-4046-AA1B-D9B0F99315CF}">
      <dsp:nvSpPr>
        <dsp:cNvPr id="0" name=""/>
        <dsp:cNvSpPr/>
      </dsp:nvSpPr>
      <dsp:spPr>
        <a:xfrm>
          <a:off x="2860742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2A21B-5768-2245-AE92-89794AEE8916}">
      <dsp:nvSpPr>
        <dsp:cNvPr id="0" name=""/>
        <dsp:cNvSpPr/>
      </dsp:nvSpPr>
      <dsp:spPr>
        <a:xfrm>
          <a:off x="2990667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Stages</a:t>
          </a:r>
        </a:p>
      </dsp:txBody>
      <dsp:txXfrm>
        <a:off x="3012415" y="906422"/>
        <a:ext cx="1125826" cy="699023"/>
      </dsp:txXfrm>
    </dsp:sp>
    <dsp:sp modelId="{B36D39D6-D6C4-4840-9C14-711CFCB9FB46}">
      <dsp:nvSpPr>
        <dsp:cNvPr id="0" name=""/>
        <dsp:cNvSpPr/>
      </dsp:nvSpPr>
      <dsp:spPr>
        <a:xfrm>
          <a:off x="4289914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427C1-C1EC-DB4A-9FE1-BA245B41E175}">
      <dsp:nvSpPr>
        <dsp:cNvPr id="0" name=""/>
        <dsp:cNvSpPr/>
      </dsp:nvSpPr>
      <dsp:spPr>
        <a:xfrm>
          <a:off x="4419838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Activities/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Deliverables</a:t>
          </a:r>
        </a:p>
      </dsp:txBody>
      <dsp:txXfrm>
        <a:off x="4441586" y="906422"/>
        <a:ext cx="1125826" cy="699023"/>
      </dsp:txXfrm>
    </dsp:sp>
    <dsp:sp modelId="{EEB7F8B6-B314-2044-A89E-7BD7C1199DDD}">
      <dsp:nvSpPr>
        <dsp:cNvPr id="0" name=""/>
        <dsp:cNvSpPr/>
      </dsp:nvSpPr>
      <dsp:spPr>
        <a:xfrm>
          <a:off x="5719085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C05BA-02E1-0C42-BA91-C55DF820E0AF}">
      <dsp:nvSpPr>
        <dsp:cNvPr id="0" name=""/>
        <dsp:cNvSpPr/>
      </dsp:nvSpPr>
      <dsp:spPr>
        <a:xfrm>
          <a:off x="5849010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Tasks</a:t>
          </a:r>
        </a:p>
      </dsp:txBody>
      <dsp:txXfrm>
        <a:off x="5870758" y="906422"/>
        <a:ext cx="1125826" cy="6990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1&gt;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2&gt;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3&gt;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4&gt;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5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hyperlink" Target="https://cloudcounselage.graphy.com/sessions/Project-Planning-64af88dcb308530823e2c19f" TargetMode="External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microsoft.com/office/2007/relationships/hdphoto" Target="../media/hdphoto1.wdp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ndustryacademiacommu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906E4-D58B-47CC-8283-E362D3DD4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8" r="4442" b="243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C517-4226-E44A-95EC-DCC249E5B48F}"/>
              </a:ext>
            </a:extLst>
          </p:cNvPr>
          <p:cNvSpPr txBox="1">
            <a:spLocks/>
          </p:cNvSpPr>
          <p:nvPr/>
        </p:nvSpPr>
        <p:spPr>
          <a:xfrm>
            <a:off x="9099036" y="5420874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161621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3">
        <p159:morph option="byObject"/>
      </p:transition>
    </mc:Choice>
    <mc:Fallback xmlns="">
      <p:transition spd="slow" advTm="6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11BA3030-6194-200B-5413-94B12EAACE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8537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57714-CE03-2B48-9B4E-D581F9F7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8" y="706402"/>
            <a:ext cx="5372101" cy="13393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+mn-lt"/>
              </a:rPr>
              <a:t>Using The </a:t>
            </a:r>
            <a:br>
              <a:rPr lang="en-US" sz="3600" b="1" dirty="0">
                <a:latin typeface="+mn-lt"/>
              </a:rPr>
            </a:br>
            <a:r>
              <a:rPr lang="en-US" sz="3100" b="1" dirty="0">
                <a:latin typeface="+mn-lt"/>
              </a:rPr>
              <a:t>WORK BREAKDOWN STRUCTURE </a:t>
            </a:r>
            <a:br>
              <a:rPr lang="en-US" sz="3600" b="1" dirty="0">
                <a:latin typeface="+mn-lt"/>
              </a:rPr>
            </a:br>
            <a:r>
              <a:rPr lang="en-US" sz="3100" dirty="0">
                <a:latin typeface="+mn-lt"/>
              </a:rPr>
              <a:t>Sheet</a:t>
            </a:r>
            <a:endParaRPr lang="en-US" sz="3600" dirty="0">
              <a:latin typeface="+mn-lt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13F0-A561-AD47-83B5-C32ED894E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95" y="2377048"/>
            <a:ext cx="4866468" cy="3109740"/>
          </a:xfrm>
        </p:spPr>
        <p:txBody>
          <a:bodyPr anchor="b">
            <a:noAutofit/>
          </a:bodyPr>
          <a:lstStyle/>
          <a:p>
            <a:r>
              <a:rPr lang="en-IN" sz="1600" dirty="0">
                <a:latin typeface="Segoe UI"/>
                <a:cs typeface="Segoe UI"/>
              </a:rPr>
              <a:t>Before submitting the file, please rename the file as </a:t>
            </a:r>
            <a:r>
              <a:rPr lang="en-IN" sz="1600" b="1" dirty="0">
                <a:latin typeface="Segoe UI"/>
                <a:cs typeface="Segoe UI"/>
              </a:rPr>
              <a:t>‘IAC IP23 – WBS – Your Domain Name – Your full name’ and submit as PDF</a:t>
            </a:r>
            <a:endParaRPr lang="en-IN" sz="1100" u="sng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The Work Breakdown Structure (WBS) provided is just a guideline, you are allowed to modify the same based on your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Given the timeline and deliverables the WBS is based on Waterfall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0" dirty="0">
                <a:effectLst/>
                <a:latin typeface="Segoe UI" panose="020B0502040204020203" pitchFamily="34" charset="0"/>
              </a:rPr>
              <a:t>Add tasks wherever required based on your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0" dirty="0">
                <a:effectLst/>
                <a:latin typeface="Segoe UI" panose="020B0502040204020203" pitchFamily="34" charset="0"/>
              </a:rPr>
              <a:t>Follow the below colours for Project hierarchy</a:t>
            </a:r>
          </a:p>
        </p:txBody>
      </p:sp>
      <p:pic>
        <p:nvPicPr>
          <p:cNvPr id="8" name="Picture 7" descr="Chart, pie chart&#10;&#10;Description automatically generated">
            <a:extLst>
              <a:ext uri="{FF2B5EF4-FFF2-40B4-BE49-F238E27FC236}">
                <a16:creationId xmlns:a16="http://schemas.microsoft.com/office/drawing/2014/main" id="{1BB69730-22D6-DA41-BC95-6D1BB7BBB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0437" y="328924"/>
            <a:ext cx="1218279" cy="932675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B19A716-4C11-E748-BC5E-ECEC1B7C1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975022"/>
              </p:ext>
            </p:extLst>
          </p:nvPr>
        </p:nvGraphicFramePr>
        <p:xfrm>
          <a:off x="254213" y="4836875"/>
          <a:ext cx="7020732" cy="2388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7D6076-F6F7-2444-9C8E-85A5D3B4F4B7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38F168-FFB8-3FE4-B3A1-6533AAE0CB2C}"/>
              </a:ext>
            </a:extLst>
          </p:cNvPr>
          <p:cNvSpPr txBox="1"/>
          <p:nvPr/>
        </p:nvSpPr>
        <p:spPr>
          <a:xfrm>
            <a:off x="1029419" y="1906438"/>
            <a:ext cx="479916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100" dirty="0"/>
              <a:t>Should you face any difficulty in completing this phase, please refer to </a:t>
            </a:r>
            <a:r>
              <a:rPr lang="en-IN" sz="1100" b="1" dirty="0"/>
              <a:t>'Project Planning' </a:t>
            </a:r>
            <a:r>
              <a:rPr lang="en-IN" sz="1100" dirty="0"/>
              <a:t>Workshop, </a:t>
            </a:r>
            <a:r>
              <a:rPr lang="en-IN" sz="1100" dirty="0">
                <a:hlinkClick r:id="rId11"/>
              </a:rPr>
              <a:t>https://cloudcounselage.graphy.com/sessions/Project-Planning-64af88dcb308530823e2c19f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57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- IP-11803 Cloud Engineer - Cal.com Deployment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412239" y="-1971101"/>
            <a:ext cx="1781737" cy="4842197"/>
            <a:chOff x="0" y="0"/>
            <a:chExt cx="703896" cy="1912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1783646">
            <a:off x="-1006336" y="-743958"/>
            <a:ext cx="1727896" cy="3333140"/>
            <a:chOff x="0" y="0"/>
            <a:chExt cx="682626" cy="1316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0825160" y="-1966213"/>
            <a:ext cx="1781737" cy="4842197"/>
            <a:chOff x="0" y="0"/>
            <a:chExt cx="703896" cy="1912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6684">
            <a:off x="11470041" y="-743958"/>
            <a:ext cx="1727896" cy="3333140"/>
            <a:chOff x="0" y="0"/>
            <a:chExt cx="682626" cy="13167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-1804907">
            <a:off x="-1245617" y="4508896"/>
            <a:ext cx="1768489" cy="3411446"/>
            <a:chOff x="0" y="0"/>
            <a:chExt cx="682626" cy="13167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1820204">
            <a:off x="11664548" y="4508477"/>
            <a:ext cx="1768489" cy="3411446"/>
            <a:chOff x="0" y="0"/>
            <a:chExt cx="682626" cy="13167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-3580575">
            <a:off x="10483865" y="-1775583"/>
            <a:ext cx="1727896" cy="3333140"/>
            <a:chOff x="0" y="0"/>
            <a:chExt cx="682626" cy="13167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3600487">
            <a:off x="-20265" y="-1787765"/>
            <a:ext cx="1727896" cy="3333140"/>
            <a:chOff x="0" y="0"/>
            <a:chExt cx="682626" cy="13167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-2700000">
            <a:off x="11560080" y="246335"/>
            <a:ext cx="1243416" cy="12434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2700000">
            <a:off x="10453175" y="6354299"/>
            <a:ext cx="1243416" cy="124341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-2700000">
            <a:off x="495409" y="6354299"/>
            <a:ext cx="1243416" cy="124341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-2700000">
            <a:off x="-610793" y="246335"/>
            <a:ext cx="1243416" cy="1243416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8" name="AutoShape 38"/>
          <p:cNvSpPr/>
          <p:nvPr/>
        </p:nvSpPr>
        <p:spPr>
          <a:xfrm>
            <a:off x="5691076" y="5867400"/>
            <a:ext cx="708343" cy="0"/>
          </a:xfrm>
          <a:prstGeom prst="line">
            <a:avLst/>
          </a:prstGeom>
          <a:ln w="85725" cap="rnd">
            <a:solidFill>
              <a:srgbClr val="F59E0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25425" y="234483"/>
            <a:ext cx="2189224" cy="1400369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935193" y="1856438"/>
            <a:ext cx="6171995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524"/>
              </a:lnSpc>
              <a:spcBef>
                <a:spcPct val="0"/>
              </a:spcBef>
            </a:pPr>
            <a:r>
              <a:rPr lang="en-US" sz="4660" b="1" dirty="0">
                <a:solidFill>
                  <a:srgbClr val="EA7317"/>
                </a:solidFill>
                <a:latin typeface="Calibri"/>
              </a:rPr>
              <a:t>Our Contact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49820" y="5294157"/>
            <a:ext cx="5283200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499"/>
              </a:lnSpc>
            </a:pP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Member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@</a:t>
            </a: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IndustryAcademiaCommunity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.com</a:t>
            </a:r>
            <a:endParaRPr lang="en-US" sz="1600" u="sng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0" name="Picture 49" descr="Qr code&#10;&#10;Description automatically generated">
            <a:extLst>
              <a:ext uri="{FF2B5EF4-FFF2-40B4-BE49-F238E27FC236}">
                <a16:creationId xmlns:a16="http://schemas.microsoft.com/office/drawing/2014/main" id="{5E4401F0-B2EE-F448-846C-6D2D491EB6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8000" r="9895" b="8000"/>
          <a:stretch/>
        </p:blipFill>
        <p:spPr>
          <a:xfrm>
            <a:off x="5080008" y="3019396"/>
            <a:ext cx="2034641" cy="2133600"/>
          </a:xfrm>
          <a:prstGeom prst="rect">
            <a:avLst/>
          </a:prstGeom>
        </p:spPr>
      </p:pic>
      <p:sp>
        <p:nvSpPr>
          <p:cNvPr id="55" name="TextBox 15">
            <a:extLst>
              <a:ext uri="{FF2B5EF4-FFF2-40B4-BE49-F238E27FC236}">
                <a16:creationId xmlns:a16="http://schemas.microsoft.com/office/drawing/2014/main" id="{B397D929-74BF-9A4D-B263-A172572E5C90}"/>
              </a:ext>
            </a:extLst>
          </p:cNvPr>
          <p:cNvSpPr txBox="1"/>
          <p:nvPr/>
        </p:nvSpPr>
        <p:spPr>
          <a:xfrm>
            <a:off x="2724787" y="6051642"/>
            <a:ext cx="6657733" cy="50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000"/>
              </a:lnSpc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You may even raise queries in the Q&amp;A section of your respective domain community on the IAC platform</a:t>
            </a:r>
            <a:endParaRPr lang="en-US" sz="1600" dirty="0">
              <a:solidFill>
                <a:srgbClr val="000000"/>
              </a:solidFill>
              <a:latin typeface="Calibri"/>
              <a:hlinkClick r:id="rId4" tooltip="https://industryacademiacommunity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23D5A83-F135-234F-A697-40F4A0FCB1CB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</a:t>
            </a:r>
            <a:r>
              <a:rPr lang="en-IN" sz="3600">
                <a:solidFill>
                  <a:srgbClr val="FF0000"/>
                </a:solidFill>
                <a:latin typeface="Segoe UI"/>
                <a:cs typeface="Segoe UI"/>
              </a:rPr>
              <a:t>this sheet </a:t>
            </a: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33112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255</Words>
  <Application>Microsoft Office PowerPoint</Application>
  <PresentationFormat>Widescreen</PresentationFormat>
  <Paragraphs>51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Using The  WORK BREAKDOWN STRUCTURE  Sheet</vt:lpstr>
      <vt:lpstr>WORK BREAKDOWN STRUCTURE –  IP23 Live Project Deliverables–  ‘Software Development’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Suraj Mane</cp:lastModifiedBy>
  <cp:revision>241</cp:revision>
  <dcterms:created xsi:type="dcterms:W3CDTF">2023-07-15T03:43:48Z</dcterms:created>
  <dcterms:modified xsi:type="dcterms:W3CDTF">2025-11-17T11:29:53Z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